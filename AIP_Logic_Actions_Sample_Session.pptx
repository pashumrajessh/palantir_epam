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37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TOPIC DELIVERY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AIP Logic &amp; Ontology Actions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AI-Powered Claims Approval Workflow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254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session from Week 3 of the Enterprise AI Engineering program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 Rajesh Pasham  |  Intelligence Works COE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5A"/>
                </a:solidFill>
              </a:rPr>
              <a:t>You'll be able to explain — and your team will be able to build — this in Week 3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8580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1907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AIP Logic, Actions, Functions &amp; Automate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057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building block does and how they compose into a workflow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28639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249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reason about a real Function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71600" y="3063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eligibility-check logic that drives an AI decision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386974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307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human-in-the-loop approval pattern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71600" y="4069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recommends and where a person must decide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1" y="487558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36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governance to a writeback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71600" y="5074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and rollback for an AI-triggered system update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 in the Program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5A"/>
                </a:solidFill>
              </a:rPr>
              <a:t>Week 3 turns a read-only Copilot into a system that can act</a:t>
            </a:r>
            <a:endParaRPr lang="en-US" sz="1350" dirty="0"/>
          </a:p>
        </p:txBody>
      </p:sp>
      <p:pic>
        <p:nvPicPr>
          <p:cNvPr id="4" name="Image 0" descr="/home/claude/aip_curriculum/pptx/diagrams/_diag_week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70180"/>
            <a:ext cx="11430000" cy="10203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11480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42976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built a Copilot that reads and recommends. Week 3 is where the AI is trusted to trigger a governed, auditable change to the system of record — with a human in the loop for anything that isn't low-risk.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AIP Logic?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5A"/>
                </a:solidFill>
              </a:rPr>
              <a:t>The orchestration layer that connects triggers, logic, and writebacks</a:t>
            </a:r>
            <a:endParaRPr lang="en-US" sz="1350" dirty="0"/>
          </a:p>
        </p:txBody>
      </p:sp>
      <p:pic>
        <p:nvPicPr>
          <p:cNvPr id="4" name="Image 0" descr="/home/claude/aip_curriculum/pptx/diagrams/_diag_logic_bl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84248"/>
            <a:ext cx="10698480" cy="1426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8404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7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38404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34640" y="384048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— a new Claim object is created or updated in the Ontology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4988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7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44988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834640" y="4498848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that evaluates the claim and produces a recommendation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15721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7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51572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834640" y="5157216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claim based on risk — auto-approve, human review, or escalate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81558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7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581558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834640" y="5815584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writeback that updates Claim status in the Ontology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Actions, Functions &amp; Automate — What's the Difference?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5A"/>
                </a:solidFill>
              </a:rPr>
              <a:t>Three building blocks, three different jobs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086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governed change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"Approve Claim" — parameters, submission criteria, and the exact writeback it performs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90872" y="196596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518" y="210860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0872" y="2743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90872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 value or decision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90872" y="36576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 — takes claim data in, returns a recommendation out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84464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558784" y="196596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430" y="210860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58784" y="2743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58784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or triggers the flow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558784" y="36576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Function whenever a new Claim is submitted, on a schedule or event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Writeback Is the Hard Part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Anyone can build a chatbot. Governed, auditable AI that changes production data is different.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756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476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Copilot can be wrong without consequence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80160" y="23134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writeback that's wrong updates a real policy, a real claim, a real customer record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272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9992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most "AI pilots" stop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80160" y="33649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requires governance, not just a good prompt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788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0507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your team asked for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80160" y="44165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workflows, writeback logic, and production discipline — not another chatbot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 1 — The Function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5A"/>
                </a:solidFill>
              </a:rPr>
              <a:t>Eligibility check logic: claim data in, a recommendation out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3200400"/>
          </a:xfrm>
          <a:prstGeom prst="roundRect">
            <a:avLst>
              <a:gd name="adj" fmla="val 1714"/>
            </a:avLst>
          </a:prstGeom>
          <a:solidFill>
            <a:srgbClr val="16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64792"/>
            <a:ext cx="10607040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evaluateClaim(claim: Claim): ClaimDecision {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ratio = claim.amount / claim.policyLimit;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(claim.fraudScore &gt; 0.75) {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route: "ESCALATE", reason: "High fraud score" };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(ratio &lt;= 0.20 &amp;&amp; claim.documentsComplete) {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route: "AUTO_APPROVE", reason: "Low value, verified" };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route: "HUMAN_REVIEW", reason: "Needs adjuster judgment" };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never touches the Ontology directly — it only recommends. The Action does the writeback.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 2 — The 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5A"/>
                </a:solidFill>
              </a:rPr>
              <a:t>The governed definition of the writeback itself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Name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56616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ApproveClaim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3591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claimId, decision, approvedAmount, approverId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80944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9809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Criteria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2980944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∈ {Approved, Rejected}; approvedAmount ≤ policyLimit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6027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360273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Claim.status and Claim.settlementAmount in the Ontology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2245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6160" y="422452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the customer and updates the adjuster's queue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846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4846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is logged with actor, timestamp, and prior state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 3 — Human-in-the-Loop Routing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5A"/>
                </a:solidFill>
              </a:rPr>
              <a:t>Not every decision should be automatic — the Function's routing decides who acts</a:t>
            </a:r>
            <a:endParaRPr lang="en-US" sz="1350" dirty="0"/>
          </a:p>
        </p:txBody>
      </p:sp>
      <p:pic>
        <p:nvPicPr>
          <p:cNvPr id="4" name="Image 0" descr="/home/claude/aip_curriculum/pptx/diagrams/_diag_approval_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38546"/>
            <a:ext cx="11064240" cy="171786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1148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4297680"/>
            <a:ext cx="146304" cy="1371600"/>
          </a:xfrm>
          <a:prstGeom prst="rect">
            <a:avLst/>
          </a:prstGeom>
          <a:solidFill>
            <a:srgbClr val="3C7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4297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46634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value, complete documentation, low fraud score — the Action fires immediately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41148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99432" y="4297680"/>
            <a:ext cx="146304" cy="1371600"/>
          </a:xfrm>
          <a:prstGeom prst="rect">
            <a:avLst/>
          </a:prstGeom>
          <a:solidFill>
            <a:srgbClr val="B08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73752" y="4297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73752" y="46634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cases — the Action waits for adjuster approval before writing back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84464" y="41148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467344" y="4297680"/>
            <a:ext cx="146304" cy="1371600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41664" y="4297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41664" y="46634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fraud score or high value — routed to a specialist, never auto-approved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Walkthrough — Three Claims, Three Outcomes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</a:rPr>
              <a:t>Watching the same Function and Action handle three real scenarios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28016" cy="1325880"/>
          </a:xfrm>
          <a:prstGeom prst="rect">
            <a:avLst/>
          </a:prstGeom>
          <a:solidFill>
            <a:srgbClr val="3C7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#A101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 claim / $50,000 policy / Fraud score 0.10 / Docs complete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22376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AUTO_APPROVE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0" y="235915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fires immediately, writes back to Guidewire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28016" cy="1325880"/>
          </a:xfrm>
          <a:prstGeom prst="rect">
            <a:avLst/>
          </a:prstGeom>
          <a:solidFill>
            <a:srgbClr val="B08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4472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#A102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 claim / $50,000 policy / Fraud score 0.35 / Docs complete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376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HUMAN_REVIEW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8679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Adjuster reviews the Copilot's summary, then submits the 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28016" cy="1325880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956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#A103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$42,000 claim / $50,000 policy / Fraud score 0.82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ESCALATE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5376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the Fraud Investigation queue — Action is blocked until cleared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Rollback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5A"/>
                </a:solidFill>
              </a:rPr>
              <a:t>What separates a production Action from a prototype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8580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1907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audited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71600" y="2057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Actor, timestamp, prior state, and new state are captured on every writeback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28639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249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transactions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71600" y="3063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downstream system rejects the writeback, the Ontology state is rolled back, not left inconsistent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386974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307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on the Action itself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71600" y="4069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who can see the claim — who is permitted to submit this specific Action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1" y="487558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36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a first-class outcome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71600" y="5074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cases are routed away from automation entirely, by design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 You'll Build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8D57"/>
                </a:solidFill>
              </a:rPr>
              <a:t>What We Covered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AIP Logic: Trigger → Function → Decision → Action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Actions, Functions &amp; Automate — distinct roles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Human-in-the-loop routing by risk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Governance: audit trail, rollback, access control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8D57"/>
                </a:solidFill>
              </a:rPr>
              <a:t>In Your Hands-On Lab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1828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Define the ApproveClaim Action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22860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Write the eligibility-check Function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2743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Wire up AIP Logic with human-in-the-loop routing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32004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 against 5 sample claims and validate outcomes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12700">
            <a:solidFill>
              <a:srgbClr val="34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287061"/>
            <a:ext cx="261518" cy="26151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34440" y="5166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Pasham  |  Intelligence Works COE  |  +91 85489 84640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 &amp; Ontology Actions — Sample Session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1077</Words>
  <Application>Microsoft Office PowerPoint</Application>
  <PresentationFormat>Widescreen</PresentationFormat>
  <Paragraphs>154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Rajesh Pasham</cp:lastModifiedBy>
  <cp:revision>1</cp:revision>
  <dcterms:created xsi:type="dcterms:W3CDTF">2026-07-28T11:28:47Z</dcterms:created>
  <dcterms:modified xsi:type="dcterms:W3CDTF">2026-07-28T11:57:23Z</dcterms:modified>
</cp:coreProperties>
</file>