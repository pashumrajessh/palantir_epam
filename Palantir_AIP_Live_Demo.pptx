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AI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PALANTIR AIP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Program Demo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9959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Minute Walkthrough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212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Rajesh Pasham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Works COE  •  Enterprise Palantir Foundry &amp; AIP Consulting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A 30–40 minute walkthrough, in five parts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99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16916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02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6733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48840" y="19933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AIP, Why Ontology, Why AI Engineering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966960" y="1764792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6960" y="17647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6060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417320" y="2587752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021" y="2708453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8840" y="256946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Insurance Architecture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148840" y="288950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architecture from the proposal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966960" y="2660904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966960" y="26609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350215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1417320" y="3483864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21" y="3604565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48840" y="346557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Journey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148840" y="378561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week builds — not a topic list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966960" y="3557016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966960" y="35570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439826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1417320" y="4379976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021" y="4500677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48840" y="43616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Use Case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2148840" y="46817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start to finish, live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966960" y="445312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966960" y="44531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529437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1417320" y="5276088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021" y="5396789"/>
            <a:ext cx="261518" cy="26151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148840" y="52578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2148840" y="55778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9966960" y="534924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966960" y="5349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platform, why this training, why now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AIP. Why Ontology. Why AI Engineering.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</a:rPr>
              <a:t>The three ideas everything in this program is built 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086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fastest, most governed path from enterprise data to production AI applications — not a bolt-on chatbot layer.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196596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21086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743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Ontology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90872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governed model of the business — Customers, Policies, Claims — that every application, agent, and copilot reasons against consistently.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58784" y="196596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430" y="21086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58784" y="2743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Engineering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58784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that turns AI from a demo into a production system: evaluated, observable, secured, and maintained like any other enterprise platform.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Data Engineering vs. AI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</a:rPr>
              <a:t>The shift this program is training your team toward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5A5A"/>
                </a:solidFill>
              </a:rPr>
              <a:t>Traditional Data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pipelines that move and transform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08152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Output: clean tables and dashboards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64845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Success = data is accurate and on time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21538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reads the data and decides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57"/>
                </a:solidFill>
              </a:rPr>
              <a:t>AI Engineering (This Program)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Ontology-grounded, governed AI systems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08152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Output: Copilots, Agents, and writeback automation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364845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Success = evaluated, observable, production-safe AI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421538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reasons, recommends, and (with approval) acts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Insurance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architecture behind everything you'll see today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Architecture, End to 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</a:rPr>
              <a:t>Every capability in this program plugs into this one chain</a:t>
            </a:r>
            <a:endParaRPr lang="en-US" sz="1350" dirty="0"/>
          </a:p>
        </p:txBody>
      </p:sp>
      <p:pic>
        <p:nvPicPr>
          <p:cNvPr id="4" name="Image 0" descr="/home/claude/aip_curriculum/pptx/diagrams/_diag_enterprise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33056"/>
            <a:ext cx="11430000" cy="9288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776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 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57400" y="3977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that starts everything — a new claim enters the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39776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Intelligence:  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3977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claim documents become structured, searchable knowledge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39826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Ontology:  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57400" y="43982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governed model of Customers, Policies, and Claims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439826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AIP: 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18120" y="43982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and Agents reason over the Ontology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481888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 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57400" y="48188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collaborate — fraud, underwriting, compliance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481888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Writeback: 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18120" y="48188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auditable Actions update the system of record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523951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Guidewire:  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057400" y="52395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lands back in the core insurance platform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Week-by-Week Journey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week builds — the outcome, not the topic list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Weeks, One Building Platform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</a:rPr>
              <a:t>Each week is a milestone — together they build one production platform</a:t>
            </a:r>
            <a:endParaRPr lang="en-US" sz="1350" dirty="0"/>
          </a:p>
        </p:txBody>
      </p:sp>
      <p:pic>
        <p:nvPicPr>
          <p:cNvPr id="4" name="Image 0" descr="/home/claude/aip_curriculum/pptx/diagrams/_diag_week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04920"/>
            <a:ext cx="11612880" cy="9736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11880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666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39593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enterprise foundation.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2424" y="3611880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2152" y="3666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02152" y="39593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Copilots.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6208" y="3611880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5936" y="3666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45936" y="39593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Actions.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79992" y="3611880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89720" y="3666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89720" y="39593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unstructured data.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553712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46085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368" y="49011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Agents.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92424" y="4553712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02152" y="46085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502152" y="49011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36208" y="4553712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46085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45936" y="49011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079992" y="4553712"/>
            <a:ext cx="2706624" cy="777240"/>
          </a:xfrm>
          <a:prstGeom prst="roundRect">
            <a:avLst>
              <a:gd name="adj" fmla="val 8235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89720" y="46085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W8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89720" y="49011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Insurance Platform.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Use Case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end-to-end workflow, walked through live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Workflow, Start to Finish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</a:rPr>
              <a:t>This single scenario demonstrates nearly every capability in the program</a:t>
            </a:r>
            <a:endParaRPr lang="en-US" sz="1350" dirty="0"/>
          </a:p>
        </p:txBody>
      </p:sp>
      <p:pic>
        <p:nvPicPr>
          <p:cNvPr id="4" name="Image 0" descr="/home/claude/aip_curriculum/pptx/diagrams/_diag_usecas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351448"/>
            <a:ext cx="11612880" cy="8749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31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Document Intelligence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49377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Submitted → PDF Arrives → OCR → Embeddings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5486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2E8B8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486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16552" y="3931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9432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99432" y="4434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99432" y="49377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Copilot → Fraud Agent → Underwriting Agent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99432" y="5486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2E8B8B"/>
          </a:solidFill>
          <a:ln/>
        </p:spPr>
      </p:sp>
      <p:sp>
        <p:nvSpPr>
          <p:cNvPr id="16" name="Text 13"/>
          <p:cNvSpPr/>
          <p:nvPr/>
        </p:nvSpPr>
        <p:spPr>
          <a:xfrm>
            <a:off x="4599432" y="5486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&amp; 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84464" y="3931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67344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67344" y="4434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Approval, Settlement &amp; Writeback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467344" y="49377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→ Settlement → Guidewire Update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67344" y="5486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2E8B8B"/>
          </a:solidFill>
          <a:ln/>
        </p:spPr>
      </p:sp>
      <p:sp>
        <p:nvSpPr>
          <p:cNvPr id="22" name="Text 19"/>
          <p:cNvSpPr/>
          <p:nvPr/>
        </p:nvSpPr>
        <p:spPr>
          <a:xfrm>
            <a:off x="8467344" y="5486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&amp; 7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 (1 of 3) — Intake &amp; Document Intelligence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A claim arrives as an unstructured PDF and becomes AIP-consumable knowledge</a:t>
            </a:r>
            <a:endParaRPr lang="en-US" sz="1300" dirty="0"/>
          </a:p>
        </p:txBody>
      </p:sp>
      <p:pic>
        <p:nvPicPr>
          <p:cNvPr id="4" name="Image 0" descr="/home/claude/aip_curriculum/pptx/diagrams/_diag_usecase_zoo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4409"/>
            <a:ext cx="10515600" cy="14003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118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What's Happening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submits a claim with supporting documents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754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PDFs (claim forms, medical/survey reports) are ingested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OCR extracts text; embeddings make it semantically searchable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6118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</a:rPr>
              <a:t>Where It's Taught  —  Week 4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Contour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 Processing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5166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Embedding Pipeline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 (2 of 3) — AI Decisioning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The Copilot and specialized agents reason over the claim together</a:t>
            </a:r>
            <a:endParaRPr lang="en-US" sz="1300" dirty="0"/>
          </a:p>
        </p:txBody>
      </p:sp>
      <p:pic>
        <p:nvPicPr>
          <p:cNvPr id="4" name="Image 0" descr="/home/claude/aip_curriculum/pptx/diagrams/_diag_usecase_zoo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41423"/>
            <a:ext cx="9966960" cy="15463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118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What's Happening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Claims Copilot summarizes the claim and recommends next steps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754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Fraud Agent checks the claim against fraud patterns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Underwriting Agent validates coverage and policy terms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6118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</a:rPr>
              <a:t>Where It's Taught  —  Weeks 2 &amp; 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AIP Assist &amp; AIP Logic (Wk 2)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Studio (Wk 5)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5166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Actions, Functions, Automate (Wk 5)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 (3 of 3) — Approval, Settlement &amp; Writeback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A human makes the final call; AIP executes the governed writeback</a:t>
            </a:r>
            <a:endParaRPr lang="en-US" sz="1300" dirty="0"/>
          </a:p>
        </p:txBody>
      </p:sp>
      <p:pic>
        <p:nvPicPr>
          <p:cNvPr id="4" name="Image 0" descr="/home/claude/aip_curriculum/pptx/diagrams/_diag_usecase_zoo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41423"/>
            <a:ext cx="9966960" cy="15463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118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What's Happening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Adjuster reviews the AI's recommendation and approves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754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Settlement amount is calculated and finalized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Ontology Action writes the result back to Guidewire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6118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</a:rPr>
              <a:t>Where It's Taught  —  Weeks 3 &amp; 7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Ontology Actions &amp; Functions (Wk 3)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Human-in-the-loop Approvals (Wk 3)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5166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OSDK Writeback to Guidewire (Wk 7)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 Workflow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 single, realistic claim touches nearly every capability in the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17627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74" y="23079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8036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64992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16552" y="217627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26" y="230794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88036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81344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32904" y="217627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578" y="2307946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91072" y="288036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Copilots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97696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49256" y="217627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930" y="2307946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07424" y="288036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600200" y="414223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874" y="4273906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" y="484632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Writeback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64992" y="3886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416552" y="414223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226" y="4273906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74720" y="484632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Approval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81344" y="3886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232904" y="414223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578" y="4273906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91072" y="484632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OSDK Integration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997696" y="38862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0049256" y="414223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0930" y="4273906"/>
            <a:ext cx="285293" cy="2852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07424" y="484632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 — Live Demo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  •  5 minutes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344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Pasham  |  Intelligence Works COE  |  +91 85489 84640  |  linkedin.com/in/rajeshpasham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2026-07-28T10:46:41Z</dcterms:created>
  <dcterms:modified xsi:type="dcterms:W3CDTF">2026-07-28T10:46:41Z</dcterms:modified>
</cp:coreProperties>
</file>