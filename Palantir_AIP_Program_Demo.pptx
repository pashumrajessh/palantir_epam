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 ENGINEERING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PALANTIR AIP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Walkthrough &amp; Live Demo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25400">
            <a:solidFill>
              <a:srgbClr val="2E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Rajesh Pasham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Works COE  •  Enterprise Palantir Foundry &amp; AIP Consulting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</a:rPr>
              <a:t>A quick, practical tour of the program you'll be sending your team into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Recap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9933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curriculum answers each of your three feedback points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7267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877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29077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Claims Lifecycle that runs through all 8 weeks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64114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021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Deep Dives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3822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AIP Copilot and Multi-Agent architectures your team will build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55554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16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47365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Enterprise Insurance AI Operations Platform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546994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53309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Next Steps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71600" y="56509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this program moves, and how we kick off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Asked. The Curriculum Already Delivers.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</a:rPr>
              <a:t>Your team's alignment feedback, mapped directly to what's built into the program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Basic Ingestion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Foundry/data ingestion is fully compressed into Week 1 only — Week 1 opens directly on Ontology-first design and governance.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19202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35" y="2056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AIP &amp; Advanced Focus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90872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weeks (Weeks 2–8) are AIP-dedicated: LLM Copilots, Actions/writeback, multi-agent systems, MLOps, and OSDK extensibility.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84464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8784" y="19202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847" y="20563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58784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→ AI/Ontology Engineers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58784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maps to a named engineering role — from Ontology Engineer to Enterprise AI Solution Architect — not front-end UI work.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10712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410712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AIP-Focused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1344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hrs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181344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Week, Per Participant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51976" y="19202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951976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Capstone Platform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12700">
            <a:solidFill>
              <a:srgbClr val="3447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Delivery Rhythm — Every Week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 1–2 — Instructor-led Theory + Live Architecture Demo (2 hrs)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01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 3 — Self-paced Case Study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3858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 4 — Batch-wise Mentoring / Design Reviews (4 hrs)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7698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 5 — Architecture Review, Code Review &amp; Feedback (4 hrs)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Through-Line: The Insurance Claims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One continuous, realistic lifecycle — each week contributes the AIP capability needed for that stage</a:t>
            </a:r>
            <a:endParaRPr lang="en-US" sz="1300" dirty="0"/>
          </a:p>
        </p:txBody>
      </p:sp>
      <p:pic>
        <p:nvPicPr>
          <p:cNvPr id="4" name="Image 0" descr="/home/claude/aip_curriculum/pptx/diagrams/_diag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2223"/>
            <a:ext cx="11247120" cy="8676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7764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977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Intake / OCR / Classification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321040" y="397764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507992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5079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Validation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50799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45079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5038344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03834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/ Medical Verification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321040" y="503834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/>
        </p:spPr>
      </p:sp>
      <p:sp>
        <p:nvSpPr>
          <p:cNvPr id="16" name="Text 13"/>
          <p:cNvSpPr/>
          <p:nvPr/>
        </p:nvSpPr>
        <p:spPr>
          <a:xfrm>
            <a:off x="8321040" y="50383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568696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56869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Adjuster Recommendation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321040" y="5568696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/>
        </p:spPr>
      </p:sp>
      <p:sp>
        <p:nvSpPr>
          <p:cNvPr id="20" name="Text 17"/>
          <p:cNvSpPr/>
          <p:nvPr/>
        </p:nvSpPr>
        <p:spPr>
          <a:xfrm>
            <a:off x="8321040" y="55686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&amp; 5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6099048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60990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Guidewire Update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321040" y="609904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/>
        </p:spPr>
      </p:sp>
      <p:sp>
        <p:nvSpPr>
          <p:cNvPr id="24" name="Text 21"/>
          <p:cNvSpPr/>
          <p:nvPr/>
        </p:nvSpPr>
        <p:spPr>
          <a:xfrm>
            <a:off x="8321040" y="6099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&amp; 7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Week 2: Insurance Claims Copilot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Objective: a production-ready Copilot that retrieves enterprise knowledge and integrates with the Ontology</a:t>
            </a:r>
            <a:endParaRPr lang="en-US" sz="1300" dirty="0"/>
          </a:p>
        </p:txBody>
      </p:sp>
      <p:pic>
        <p:nvPicPr>
          <p:cNvPr id="4" name="Image 0" descr="/home/claude/aip_curriculum/pptx/diagrams/_diag_wee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4184"/>
            <a:ext cx="11064240" cy="11693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52044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What Your Team Builds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RAG-based retrieval grounded in enterprise knowledge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&amp; context engineering for insurance scenarios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integration with the Week 1 Ontology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352044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Palantir Components Used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AIP Assist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617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AIP Logic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5074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AIP Agent Studio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5532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Ontology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Week 5: Multi-Agent Insurance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Objective: orchestrate specialized agents that collaborate and write back to the Ontology</a:t>
            </a:r>
            <a:endParaRPr lang="en-US" sz="1300" dirty="0"/>
          </a:p>
        </p:txBody>
      </p:sp>
      <p:pic>
        <p:nvPicPr>
          <p:cNvPr id="4" name="Image 0" descr="/home/claude/aip_curriculum/pptx/diagrams/_diag_week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2498507"/>
            <a:ext cx="5577840" cy="2409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Insurance Agents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Claims Agent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624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Fraud Agent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0083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Underwriting Agent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3924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Agent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Enterprise Patterns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Event-driven triggers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0" y="2624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Microservices-style isolation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0" y="3008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Ontology Actions writeback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Capstone: One Integrated 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Every team hardens and integrates the same platform they've been building since Week 1 — not a menu of disconnected options</a:t>
            </a:r>
            <a:endParaRPr lang="en-US" sz="1300" dirty="0"/>
          </a:p>
        </p:txBody>
      </p:sp>
      <p:pic>
        <p:nvPicPr>
          <p:cNvPr id="4" name="Image 0" descr="/home/claude/aip_curriculum/pptx/diagrams/_diag_week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163836"/>
            <a:ext cx="7955280" cy="3627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Progression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Each week builds a specific, named capability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Engineer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9164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23760" y="1691640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Developer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70632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770632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Engineer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277063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70632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23760" y="2770632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Engineer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962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849624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Engineer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96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84962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3849624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Engineer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92861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16244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2861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4928616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OSDK Full Stack Developer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17920" y="492861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92861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4928616"/>
            <a:ext cx="4251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Solution Architect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Directly to Palantir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Every week names the specific platform components participants use — not generic topics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12140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22530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&amp; Ontology Manager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64992" y="19202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16552" y="212140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26" y="225308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Assist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81344" y="19202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32904" y="212140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78" y="225308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Logic, Actions &amp; Automate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97696" y="19202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49256" y="212140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930" y="225308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34856" y="2788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Studio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600200" y="390448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874" y="4036162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&amp; Document Processing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64992" y="37033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416552" y="390448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226" y="4036162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02152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OSDK &amp; Developer Console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81344" y="37033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232904" y="390448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578" y="4036162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18504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Evals &amp; Observability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997696" y="37033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7F7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0049256" y="3904488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930" y="4036162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34856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(RBAC/ABAC)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Tied to the Metrics That Matter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The capstone platform is designed to move real business KPIs, not just demonstrate technical completeness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Processing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64992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8288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1344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8288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Through Processing (STP)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97696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34856" y="18288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Leakage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8152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Settlement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64992" y="30815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308152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Renewal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1344" y="30815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308152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696" y="3081528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62447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308152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Reduction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Is Measurable Every Week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</a:rPr>
              <a:t>A consistent weekly scorecard, plus a dedicated capstone evaluation — not just a final grade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Weekly Scorecard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48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609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66090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72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1729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85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368503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970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419709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Final Capstone Criteria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2148840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287000" y="2148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2660904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609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/ AI Workflow Design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87000" y="266090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3172968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172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&amp; Writeback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287000" y="31729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3685032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685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MLOps &amp; Production Support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287000" y="368503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4197096"/>
            <a:ext cx="5303520" cy="45720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1970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87000" y="419709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720901"/>
            <a:ext cx="261518" cy="261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819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Kickoff Date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a Week 1 start date and cohort batch groupings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68102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420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Use Case Pool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880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5–10 real use cases from the illustrative pool with participants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6411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021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&amp; Access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provisioning and anonymization approach ready before Week 2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60126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4622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Week 1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4800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Foundry, Ontology &amp; Enterprise Governance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669280"/>
            <a:ext cx="10881360" cy="0"/>
          </a:xfrm>
          <a:prstGeom prst="line">
            <a:avLst/>
          </a:prstGeom>
          <a:noFill/>
          <a:ln w="12700">
            <a:solidFill>
              <a:srgbClr val="34477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Pasham  |  Intelligence Works COE  |  +91 85489 84640  |  linkedin.com/in/rajeshpasham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Engineering with Palantir AIP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2026-07-28T10:35:58Z</dcterms:created>
  <dcterms:modified xsi:type="dcterms:W3CDTF">2026-07-28T10:35:58Z</dcterms:modified>
</cp:coreProperties>
</file>